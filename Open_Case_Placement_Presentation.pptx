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Open Case - Student Placement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Alfido Tech Analytics Use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Rows: 10000</a:t>
            </a:r>
          </a:p>
          <a:p>
            <a:r>
              <a:rPr dirty="0"/>
              <a:t>Columns: 10</a:t>
            </a:r>
          </a:p>
          <a:p>
            <a:r>
              <a:rPr dirty="0"/>
              <a:t>Student placement </a:t>
            </a:r>
            <a:r>
              <a:rPr dirty="0" smtClean="0"/>
              <a:t>dataset</a:t>
            </a:r>
            <a:endParaRPr lang="en-US" dirty="0" smtClean="0"/>
          </a:p>
          <a:p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3429000"/>
            <a:ext cx="6794500" cy="321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Summary statistics, missing values, and data cleaning performed</a:t>
            </a:r>
            <a:r>
              <a:rPr dirty="0" smtClean="0"/>
              <a:t>.</a:t>
            </a:r>
            <a:endParaRPr lang="en-US" dirty="0" smtClean="0"/>
          </a:p>
          <a:p>
            <a:endParaRPr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2679700"/>
            <a:ext cx="8897937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900" y="1854200"/>
            <a:ext cx="3187700" cy="4981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54200"/>
            <a:ext cx="2616200" cy="500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854201"/>
            <a:ext cx="2921000" cy="500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Higher CGPA improves placement chances.</a:t>
            </a:r>
          </a:p>
          <a:p>
            <a:r>
              <a:t>2. Communication skills matter.</a:t>
            </a:r>
          </a:p>
          <a:p>
            <a:r>
              <a:t>3. More projects improve employability.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academic support, communication training, and project-based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74</Words>
  <Application>Microsoft Office PowerPoint</Application>
  <PresentationFormat>On-screen Show (4:3)</PresentationFormat>
  <Paragraphs>15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Open Case - Student Placement Analysis</vt:lpstr>
      <vt:lpstr>Dataset Overview</vt:lpstr>
      <vt:lpstr>Data Analysis</vt:lpstr>
      <vt:lpstr>Visualizations</vt:lpstr>
      <vt:lpstr>Key Insights</vt:lpstr>
      <vt:lpstr>Recommendations &amp; 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Case - Student Placement Analysis</dc:title>
  <dc:subject/>
  <dc:creator/>
  <cp:keywords/>
  <dc:description>generated using python-pptx</dc:description>
  <cp:lastModifiedBy>we</cp:lastModifiedBy>
  <cp:revision>2</cp:revision>
  <dcterms:created xsi:type="dcterms:W3CDTF">2013-01-27T09:14:16Z</dcterms:created>
  <dcterms:modified xsi:type="dcterms:W3CDTF">2026-06-17T10:34:00Z</dcterms:modified>
  <cp:category/>
</cp:coreProperties>
</file>